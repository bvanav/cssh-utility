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EF5BE-8367-4028-DDCB-D2EAA2EC41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7FC260-FCFD-C1B8-BE0D-3CE1A46E3B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625A16-D6E8-376F-1BD4-9D9A79D94F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FE38E4-7626-48D4-86D6-820EFDF53E20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F3F271-4BB2-468D-9B25-63BF9E455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BCC8B6-4DA8-496D-98C9-F6F784308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A3285-B889-48E7-86FD-7C95B0DB22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87735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0D8A1-ED4C-049A-7F16-69A4BD704A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C239FE-595C-8C3A-194A-F6A48CFFFE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4DE961-3F3A-2E99-46C8-808564486B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FE38E4-7626-48D4-86D6-820EFDF53E20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5B5E82-0B29-062C-13DC-AF762D1F8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68F91B-E6BC-4234-7E73-F3A9B16F6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A3285-B889-48E7-86FD-7C95B0DB22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9934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EFB439-B8E2-85ED-D66A-4562AC7424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299A91-F92E-5486-F18B-49C8A63097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3BC908-380A-124A-FF8F-48CC109C2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FE38E4-7626-48D4-86D6-820EFDF53E20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85F54F-0DC5-0DE5-5663-3792A7614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DA9F74-7C7E-CF05-A67D-9CEAF5D3D1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A3285-B889-48E7-86FD-7C95B0DB22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08545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3114DB-6877-9B12-C92F-CFB7C49CBE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D7E19E-7163-5369-28AA-CD423653FB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5E5468-C55E-2C70-8594-273F3B578E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BFCFA9-4415-9C43-1396-CF2FBEBCF5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FE38E4-7626-48D4-86D6-820EFDF53E20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52705F-FDF7-BAA3-0B68-4645F93835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C4BBF1-C8A6-9F15-985A-E3C12822D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A3285-B889-48E7-86FD-7C95B0DB22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53463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964036-8011-A0C4-DF38-35FDB26251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273E4A-564B-C300-0F7E-1880A047F7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B15A1E-80CC-EFDD-53E6-BDF14BB383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E3482A3-EC06-21A1-8544-7BF7CFBB38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DC55730-F6C7-2A19-5B8A-2C58D42CAB8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D3C707C-232F-CB03-B8D2-A9F8CF4A1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FE38E4-7626-48D4-86D6-820EFDF53E20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DA15B2C-E8EB-F31D-7174-6297FD95E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AFE034C-C4E4-BCF7-D9E3-3669242EF2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A3285-B889-48E7-86FD-7C95B0DB22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15172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B88C55-D9C2-5299-4EDE-93EC3BD24E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B63BCBF-EB75-6B4D-41FA-9B26C0CCE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FE38E4-7626-48D4-86D6-820EFDF53E20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9FE9AD-35FC-94A9-3E1C-15E94D296F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88CA97-EB6B-47CC-0822-D90216607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A3285-B889-48E7-86FD-7C95B0DB22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56902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C2895A8-34C5-C928-AC19-E50F7BF23E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FE38E4-7626-48D4-86D6-820EFDF53E20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28CE1D-914C-38A4-C1AA-C712D3726C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B5F9CB-F205-A7C8-AD08-71AEFFC71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A3285-B889-48E7-86FD-7C95B0DB22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30276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15BD33-59E9-3CAF-822E-77C700943F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D150BA-57EF-C98C-4BF6-B8D859174C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5D5BB1-07ED-00BA-17D7-A27CC9F224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0E63E0-8EAE-7F8E-B3D5-3559088639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FE38E4-7626-48D4-86D6-820EFDF53E20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952563-C935-3548-F293-F97F4C01D8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B39FF7-E925-F7E5-9251-C26353DCDA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A3285-B889-48E7-86FD-7C95B0DB22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657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07779-1D31-93BD-7BD8-EC2DF3F10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6E26860-4324-E98F-A6F1-117609F41A2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3BE101-E88D-8A2A-92B6-8CAC5E59D7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0C2E7E-5609-52FC-4C26-340D9A3235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FE38E4-7626-48D4-86D6-820EFDF53E20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3C6C88-ED00-81AE-6BC6-4CF053DF33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C3CE2E-D283-C9B3-5D89-2FAB7A397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A3285-B889-48E7-86FD-7C95B0DB22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01131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86669-F43E-3D8B-640E-C44CD369E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71830C-CDC7-504F-7558-8DD345BDAE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E77790-EA61-1389-724C-E40B5CCFE2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FE38E4-7626-48D4-86D6-820EFDF53E20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4D0F64-8274-5034-572D-380911EEF3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15459-43D2-4C28-ADEF-30967B04A9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A3285-B889-48E7-86FD-7C95B0DB22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76315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68FE502-C847-6B87-8E28-F273030BA20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E374CC-13E1-A2D3-7366-16E22C0D38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3E981B-E78F-BD4A-B2AF-8E905772AE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FE38E4-7626-48D4-86D6-820EFDF53E20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4F595D-EF5B-2F9A-592B-600306EC95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ED58A9-7F6A-B899-5F9A-88D9DEB83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A3285-B889-48E7-86FD-7C95B0DB22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49319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B201AEB-F4C5-5574-0AEF-2A29A61E96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9910C5-034F-2BED-59F5-70462CAD25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4AE678-870D-CEF2-722E-A26AC11F9C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FE38E4-7626-48D4-86D6-820EFDF53E20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A36FBC-517B-3AF4-9545-E05646B7F6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21C358-D363-CEE3-AE4A-15C953A6F2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EEA3285-B889-48E7-86FD-7C95B0DB22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0163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AEC5009-FBB4-DF25-2912-4C1417ABC27F}"/>
              </a:ext>
            </a:extLst>
          </p:cNvPr>
          <p:cNvSpPr txBox="1"/>
          <p:nvPr/>
        </p:nvSpPr>
        <p:spPr>
          <a:xfrm>
            <a:off x="3978728" y="522511"/>
            <a:ext cx="4740730" cy="46166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HIGH LEVEL ARCHITECTURE - 1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E91CDD-6CC3-FFE3-C3B5-60CB429FDF27}"/>
              </a:ext>
            </a:extLst>
          </p:cNvPr>
          <p:cNvSpPr txBox="1"/>
          <p:nvPr/>
        </p:nvSpPr>
        <p:spPr>
          <a:xfrm>
            <a:off x="212274" y="1121225"/>
            <a:ext cx="3292929" cy="37011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Physical Connection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912775E-11E0-202B-DA76-A1BD3D361ACE}"/>
              </a:ext>
            </a:extLst>
          </p:cNvPr>
          <p:cNvCxnSpPr/>
          <p:nvPr/>
        </p:nvCxnSpPr>
        <p:spPr>
          <a:xfrm flipV="1">
            <a:off x="288471" y="1502225"/>
            <a:ext cx="1161505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New Raspberry Pi 4 in All RAM Variants ...">
            <a:extLst>
              <a:ext uri="{FF2B5EF4-FFF2-40B4-BE49-F238E27FC236}">
                <a16:creationId xmlns:a16="http://schemas.microsoft.com/office/drawing/2014/main" id="{AF99D463-708F-F51C-EC3B-76F63971BD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9930" y="3228296"/>
            <a:ext cx="1650546" cy="12158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B0752BA5-3F32-E612-64DD-C235EF4D0DC6}"/>
              </a:ext>
            </a:extLst>
          </p:cNvPr>
          <p:cNvSpPr/>
          <p:nvPr/>
        </p:nvSpPr>
        <p:spPr>
          <a:xfrm>
            <a:off x="609601" y="3646715"/>
            <a:ext cx="990600" cy="511628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2060"/>
                </a:solidFill>
              </a:rPr>
              <a:t>LAN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830E0A3-012B-E9CA-DBCF-3595DF307DC8}"/>
              </a:ext>
            </a:extLst>
          </p:cNvPr>
          <p:cNvCxnSpPr>
            <a:cxnSpLocks/>
          </p:cNvCxnSpPr>
          <p:nvPr/>
        </p:nvCxnSpPr>
        <p:spPr>
          <a:xfrm>
            <a:off x="1643745" y="3902529"/>
            <a:ext cx="95794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0DB23D13-1607-D869-2293-759DB150EE89}"/>
              </a:ext>
            </a:extLst>
          </p:cNvPr>
          <p:cNvSpPr txBox="1"/>
          <p:nvPr/>
        </p:nvSpPr>
        <p:spPr>
          <a:xfrm>
            <a:off x="2847636" y="4528848"/>
            <a:ext cx="13151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Client-1</a:t>
            </a:r>
          </a:p>
        </p:txBody>
      </p:sp>
      <p:pic>
        <p:nvPicPr>
          <p:cNvPr id="1030" name="Picture 6" descr="Xfinity xFi Gateway Overview 2024">
            <a:extLst>
              <a:ext uri="{FF2B5EF4-FFF2-40B4-BE49-F238E27FC236}">
                <a16:creationId xmlns:a16="http://schemas.microsoft.com/office/drawing/2014/main" id="{5D23AF27-DD0D-222C-CDCA-1AD0963FEA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64968" y="2802765"/>
            <a:ext cx="1905308" cy="19053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4" descr="Wifi icon, Wireless network ...">
            <a:extLst>
              <a:ext uri="{FF2B5EF4-FFF2-40B4-BE49-F238E27FC236}">
                <a16:creationId xmlns:a16="http://schemas.microsoft.com/office/drawing/2014/main" id="{38052B3E-7037-0CD5-5A8C-E834639BCE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4743496" y="3472798"/>
            <a:ext cx="748053" cy="7480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B45AFF3-25AB-DC26-72B9-25F11A85A8A5}"/>
              </a:ext>
            </a:extLst>
          </p:cNvPr>
          <p:cNvSpPr txBox="1"/>
          <p:nvPr/>
        </p:nvSpPr>
        <p:spPr>
          <a:xfrm>
            <a:off x="5960055" y="4514915"/>
            <a:ext cx="13151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Xfinity Router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BE80C0F-7907-5AC3-C14E-A7DCBEE83C38}"/>
              </a:ext>
            </a:extLst>
          </p:cNvPr>
          <p:cNvSpPr txBox="1"/>
          <p:nvPr/>
        </p:nvSpPr>
        <p:spPr>
          <a:xfrm>
            <a:off x="424542" y="5932715"/>
            <a:ext cx="114789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Rpi</a:t>
            </a:r>
            <a:r>
              <a:rPr lang="en-US" dirty="0"/>
              <a:t> connected to CIEC-LAN and also connected to </a:t>
            </a:r>
            <a:r>
              <a:rPr lang="en-US" dirty="0" err="1"/>
              <a:t>Xifinity</a:t>
            </a:r>
            <a:r>
              <a:rPr lang="en-US" dirty="0"/>
              <a:t>-WLAN as client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Devices are connected to Xfinity</a:t>
            </a:r>
          </a:p>
        </p:txBody>
      </p:sp>
      <p:pic>
        <p:nvPicPr>
          <p:cNvPr id="15" name="Picture 4" descr="Wifi icon, Wireless network ...">
            <a:extLst>
              <a:ext uri="{FF2B5EF4-FFF2-40B4-BE49-F238E27FC236}">
                <a16:creationId xmlns:a16="http://schemas.microsoft.com/office/drawing/2014/main" id="{3A5FBDFA-44DC-92F3-BAED-DD4D6A800E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8038614" y="2051219"/>
            <a:ext cx="680843" cy="6808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4" descr="Wifi icon, Wireless network ...">
            <a:extLst>
              <a:ext uri="{FF2B5EF4-FFF2-40B4-BE49-F238E27FC236}">
                <a16:creationId xmlns:a16="http://schemas.microsoft.com/office/drawing/2014/main" id="{F82FB670-0933-2FE4-010C-CD3F6A8461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8789733" y="3292191"/>
            <a:ext cx="669952" cy="6699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4" descr="Wifi icon, Wireless network ...">
            <a:extLst>
              <a:ext uri="{FF2B5EF4-FFF2-40B4-BE49-F238E27FC236}">
                <a16:creationId xmlns:a16="http://schemas.microsoft.com/office/drawing/2014/main" id="{D7EE13B2-56D0-C49E-E106-71714C6144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8038614" y="4511390"/>
            <a:ext cx="680842" cy="6808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55” 4K UHD HDR Xumo TV (E500AC55C ...">
            <a:extLst>
              <a:ext uri="{FF2B5EF4-FFF2-40B4-BE49-F238E27FC236}">
                <a16:creationId xmlns:a16="http://schemas.microsoft.com/office/drawing/2014/main" id="{DB359B6D-1007-6A33-96E7-99F5BC2A47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19456" y="1665768"/>
            <a:ext cx="1390763" cy="1390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244895C8-C73E-7E14-A62C-1D35EF2A2796}"/>
              </a:ext>
            </a:extLst>
          </p:cNvPr>
          <p:cNvSpPr txBox="1"/>
          <p:nvPr/>
        </p:nvSpPr>
        <p:spPr>
          <a:xfrm>
            <a:off x="10110219" y="2161988"/>
            <a:ext cx="13151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Client-2</a:t>
            </a:r>
          </a:p>
        </p:txBody>
      </p:sp>
      <p:pic>
        <p:nvPicPr>
          <p:cNvPr id="1034" name="Picture 10" descr="Xumo Stream Box Xumo Android Ruko ...">
            <a:extLst>
              <a:ext uri="{FF2B5EF4-FFF2-40B4-BE49-F238E27FC236}">
                <a16:creationId xmlns:a16="http://schemas.microsoft.com/office/drawing/2014/main" id="{D829D1B9-6BF9-89B3-B07D-29E8A7BB0D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97668" y="4469832"/>
            <a:ext cx="1990252" cy="1114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8" descr="55” 4K UHD HDR Xumo TV (E500AC55C ...">
            <a:extLst>
              <a:ext uri="{FF2B5EF4-FFF2-40B4-BE49-F238E27FC236}">
                <a16:creationId xmlns:a16="http://schemas.microsoft.com/office/drawing/2014/main" id="{64CCE112-B850-1925-579C-4997F84BE9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37912" y="2886017"/>
            <a:ext cx="1390763" cy="1390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D45753B1-9F8B-FA09-FCA8-616CD8BD50E3}"/>
              </a:ext>
            </a:extLst>
          </p:cNvPr>
          <p:cNvSpPr txBox="1"/>
          <p:nvPr/>
        </p:nvSpPr>
        <p:spPr>
          <a:xfrm>
            <a:off x="10740576" y="3381189"/>
            <a:ext cx="13151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Client-3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B3269DE-3017-D0AC-AFBB-09E75095A27D}"/>
              </a:ext>
            </a:extLst>
          </p:cNvPr>
          <p:cNvSpPr txBox="1"/>
          <p:nvPr/>
        </p:nvSpPr>
        <p:spPr>
          <a:xfrm>
            <a:off x="10300179" y="4909229"/>
            <a:ext cx="13151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Client-4</a:t>
            </a:r>
          </a:p>
        </p:txBody>
      </p:sp>
    </p:spTree>
    <p:extLst>
      <p:ext uri="{BB962C8B-B14F-4D97-AF65-F5344CB8AC3E}">
        <p14:creationId xmlns:p14="http://schemas.microsoft.com/office/powerpoint/2010/main" val="32549453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5C9F1F-9978-A022-4815-3C58ACE2EC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BBD8DBA-84EA-B21A-BEA3-7A09C854820B}"/>
              </a:ext>
            </a:extLst>
          </p:cNvPr>
          <p:cNvSpPr txBox="1"/>
          <p:nvPr/>
        </p:nvSpPr>
        <p:spPr>
          <a:xfrm>
            <a:off x="3978728" y="522511"/>
            <a:ext cx="4740730" cy="46166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Supported Features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627D7F-CF90-1680-7582-0726D90800D2}"/>
              </a:ext>
            </a:extLst>
          </p:cNvPr>
          <p:cNvSpPr txBox="1"/>
          <p:nvPr/>
        </p:nvSpPr>
        <p:spPr>
          <a:xfrm>
            <a:off x="212274" y="1121225"/>
            <a:ext cx="3292929" cy="37011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 err="1">
                <a:solidFill>
                  <a:schemeClr val="tx1"/>
                </a:solidFill>
              </a:rPr>
              <a:t>cssh</a:t>
            </a:r>
            <a:r>
              <a:rPr lang="en-US" b="1" dirty="0">
                <a:solidFill>
                  <a:schemeClr val="tx1"/>
                </a:solidFill>
              </a:rPr>
              <a:t> Binary Use Case 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A617628-F4BA-D146-48F9-45F42F0DD5DD}"/>
              </a:ext>
            </a:extLst>
          </p:cNvPr>
          <p:cNvCxnSpPr/>
          <p:nvPr/>
        </p:nvCxnSpPr>
        <p:spPr>
          <a:xfrm flipV="1">
            <a:off x="288471" y="1502225"/>
            <a:ext cx="1161505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59B50AD1-43B4-E8AD-989F-AC4E4493DC61}"/>
              </a:ext>
            </a:extLst>
          </p:cNvPr>
          <p:cNvSpPr txBox="1"/>
          <p:nvPr/>
        </p:nvSpPr>
        <p:spPr>
          <a:xfrm>
            <a:off x="1567543" y="2307764"/>
            <a:ext cx="88609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*Establish ssh connection to the device and record user access data.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03122CF-8FB7-902C-2963-FE92EA5295A9}"/>
              </a:ext>
            </a:extLst>
          </p:cNvPr>
          <p:cNvSpPr/>
          <p:nvPr/>
        </p:nvSpPr>
        <p:spPr>
          <a:xfrm>
            <a:off x="1567542" y="1849789"/>
            <a:ext cx="8860972" cy="424543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err="1">
                <a:solidFill>
                  <a:schemeClr val="tx1"/>
                </a:solidFill>
              </a:rPr>
              <a:t>cssh</a:t>
            </a:r>
            <a:r>
              <a:rPr lang="en-US" b="1" dirty="0">
                <a:solidFill>
                  <a:schemeClr val="tx1"/>
                </a:solidFill>
              </a:rPr>
              <a:t>  –n  &lt;</a:t>
            </a:r>
            <a:r>
              <a:rPr lang="en-US" b="1" dirty="0" err="1">
                <a:solidFill>
                  <a:schemeClr val="tx1"/>
                </a:solidFill>
              </a:rPr>
              <a:t>nt</a:t>
            </a:r>
            <a:r>
              <a:rPr lang="en-US" b="1" dirty="0">
                <a:solidFill>
                  <a:schemeClr val="tx1"/>
                </a:solidFill>
              </a:rPr>
              <a:t>-id&gt;  -d  &lt;friendly-name&gt;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61CCA24-F625-4677-65FE-02E1798218C8}"/>
              </a:ext>
            </a:extLst>
          </p:cNvPr>
          <p:cNvSpPr txBox="1"/>
          <p:nvPr/>
        </p:nvSpPr>
        <p:spPr>
          <a:xfrm>
            <a:off x="1600205" y="3407220"/>
            <a:ext cx="886097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*Scans and lists available devices. Displays mac-</a:t>
            </a:r>
            <a:r>
              <a:rPr lang="en-US" sz="2000" dirty="0" err="1"/>
              <a:t>iP</a:t>
            </a:r>
            <a:r>
              <a:rPr lang="en-US" sz="2000" dirty="0"/>
              <a:t>-</a:t>
            </a:r>
            <a:r>
              <a:rPr lang="en-US" sz="2000" dirty="0" err="1"/>
              <a:t>frinendlyName-currentUserActivity</a:t>
            </a:r>
            <a:endParaRPr lang="en-US" sz="2000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CEE1757-A76C-4A88-2CF0-D7A5BE8926D9}"/>
              </a:ext>
            </a:extLst>
          </p:cNvPr>
          <p:cNvSpPr/>
          <p:nvPr/>
        </p:nvSpPr>
        <p:spPr>
          <a:xfrm>
            <a:off x="1600204" y="2949245"/>
            <a:ext cx="8860972" cy="424543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err="1">
                <a:solidFill>
                  <a:schemeClr val="tx1"/>
                </a:solidFill>
              </a:rPr>
              <a:t>cssh</a:t>
            </a:r>
            <a:r>
              <a:rPr lang="en-US" b="1" dirty="0">
                <a:solidFill>
                  <a:schemeClr val="tx1"/>
                </a:solidFill>
              </a:rPr>
              <a:t>  –l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4BBA093-E3CD-5FA0-2F05-58C7FAF1F688}"/>
              </a:ext>
            </a:extLst>
          </p:cNvPr>
          <p:cNvSpPr txBox="1"/>
          <p:nvPr/>
        </p:nvSpPr>
        <p:spPr>
          <a:xfrm>
            <a:off x="1578429" y="4709626"/>
            <a:ext cx="886097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*Add a new device without scanning, it can also be used to modify existing device’s friendly name.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88E7EA8-7B4B-D765-1538-84921BAEEEF0}"/>
              </a:ext>
            </a:extLst>
          </p:cNvPr>
          <p:cNvSpPr/>
          <p:nvPr/>
        </p:nvSpPr>
        <p:spPr>
          <a:xfrm>
            <a:off x="1578428" y="4251651"/>
            <a:ext cx="8860972" cy="424543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err="1">
                <a:solidFill>
                  <a:schemeClr val="tx1"/>
                </a:solidFill>
              </a:rPr>
              <a:t>cssh</a:t>
            </a:r>
            <a:r>
              <a:rPr lang="en-US" b="1" dirty="0">
                <a:solidFill>
                  <a:schemeClr val="tx1"/>
                </a:solidFill>
              </a:rPr>
              <a:t>  –a  &lt;device-</a:t>
            </a:r>
            <a:r>
              <a:rPr lang="en-US" b="1" dirty="0" err="1">
                <a:solidFill>
                  <a:schemeClr val="tx1"/>
                </a:solidFill>
              </a:rPr>
              <a:t>ip</a:t>
            </a:r>
            <a:r>
              <a:rPr lang="en-US" b="1" dirty="0">
                <a:solidFill>
                  <a:schemeClr val="tx1"/>
                </a:solidFill>
              </a:rPr>
              <a:t>&gt;  &lt;friendly-name&gt;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E9C9056-F782-3ED6-3BC8-FC4D440D0CB5}"/>
              </a:ext>
            </a:extLst>
          </p:cNvPr>
          <p:cNvSpPr txBox="1"/>
          <p:nvPr/>
        </p:nvSpPr>
        <p:spPr>
          <a:xfrm>
            <a:off x="1524001" y="5994144"/>
            <a:ext cx="886097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*Display information such as ports assigned for </a:t>
            </a:r>
            <a:r>
              <a:rPr lang="en-US" sz="2000" dirty="0" err="1"/>
              <a:t>vnc</a:t>
            </a:r>
            <a:r>
              <a:rPr lang="en-US" sz="2000" dirty="0"/>
              <a:t> client and </a:t>
            </a:r>
            <a:r>
              <a:rPr lang="en-US" sz="2000" dirty="0" err="1"/>
              <a:t>appservice</a:t>
            </a:r>
            <a:r>
              <a:rPr lang="en-US" sz="2000" dirty="0"/>
              <a:t> gateway also with </a:t>
            </a:r>
            <a:r>
              <a:rPr lang="en-US" sz="2000" dirty="0" err="1"/>
              <a:t>ip</a:t>
            </a:r>
            <a:r>
              <a:rPr lang="en-US" sz="2000" dirty="0"/>
              <a:t>, device mac, friendly name and current user activity. 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30CB1FF-BD3F-5EE9-DE31-39BA3C6D654C}"/>
              </a:ext>
            </a:extLst>
          </p:cNvPr>
          <p:cNvSpPr/>
          <p:nvPr/>
        </p:nvSpPr>
        <p:spPr>
          <a:xfrm>
            <a:off x="1524000" y="5536169"/>
            <a:ext cx="8860972" cy="424543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err="1">
                <a:solidFill>
                  <a:schemeClr val="tx1"/>
                </a:solidFill>
              </a:rPr>
              <a:t>cssh</a:t>
            </a:r>
            <a:r>
              <a:rPr lang="en-US" b="1" dirty="0">
                <a:solidFill>
                  <a:schemeClr val="tx1"/>
                </a:solidFill>
              </a:rPr>
              <a:t>  –</a:t>
            </a:r>
            <a:r>
              <a:rPr lang="en-US" b="1" dirty="0" err="1">
                <a:solidFill>
                  <a:schemeClr val="tx1"/>
                </a:solidFill>
              </a:rPr>
              <a:t>i</a:t>
            </a:r>
            <a:r>
              <a:rPr lang="en-US" b="1" dirty="0">
                <a:solidFill>
                  <a:schemeClr val="tx1"/>
                </a:solidFill>
              </a:rPr>
              <a:t>  &lt;device-</a:t>
            </a:r>
            <a:r>
              <a:rPr lang="en-US" b="1" dirty="0" err="1">
                <a:solidFill>
                  <a:schemeClr val="tx1"/>
                </a:solidFill>
              </a:rPr>
              <a:t>ip</a:t>
            </a:r>
            <a:r>
              <a:rPr lang="en-US" b="1" dirty="0">
                <a:solidFill>
                  <a:schemeClr val="tx1"/>
                </a:solidFill>
              </a:rPr>
              <a:t> / device-mac / friendly-name&gt;</a:t>
            </a:r>
          </a:p>
        </p:txBody>
      </p:sp>
    </p:spTree>
    <p:extLst>
      <p:ext uri="{BB962C8B-B14F-4D97-AF65-F5344CB8AC3E}">
        <p14:creationId xmlns:p14="http://schemas.microsoft.com/office/powerpoint/2010/main" val="25137744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138</Words>
  <Application>Microsoft Office PowerPoint</Application>
  <PresentationFormat>Widescreen</PresentationFormat>
  <Paragraphs>20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>Comcast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Vanavarayan, Boopathi</dc:creator>
  <cp:lastModifiedBy>Vanavarayan, Boopathi</cp:lastModifiedBy>
  <cp:revision>2</cp:revision>
  <dcterms:created xsi:type="dcterms:W3CDTF">2025-09-20T07:13:59Z</dcterms:created>
  <dcterms:modified xsi:type="dcterms:W3CDTF">2025-09-26T12:43:49Z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7ec73f6c-70eb-4b84-9ffa-39fe698bd292_Enabled">
    <vt:lpwstr>true</vt:lpwstr>
  </property>
  <property fmtid="{D5CDD505-2E9C-101B-9397-08002B2CF9AE}" pid="3" name="MSIP_Label_7ec73f6c-70eb-4b84-9ffa-39fe698bd292_SetDate">
    <vt:lpwstr>2025-09-20T07:29:44Z</vt:lpwstr>
  </property>
  <property fmtid="{D5CDD505-2E9C-101B-9397-08002B2CF9AE}" pid="4" name="MSIP_Label_7ec73f6c-70eb-4b84-9ffa-39fe698bd292_Method">
    <vt:lpwstr>Privileged</vt:lpwstr>
  </property>
  <property fmtid="{D5CDD505-2E9C-101B-9397-08002B2CF9AE}" pid="5" name="MSIP_Label_7ec73f6c-70eb-4b84-9ffa-39fe698bd292_Name">
    <vt:lpwstr>Non-Business Information (NB)</vt:lpwstr>
  </property>
  <property fmtid="{D5CDD505-2E9C-101B-9397-08002B2CF9AE}" pid="6" name="MSIP_Label_7ec73f6c-70eb-4b84-9ffa-39fe698bd292_SiteId">
    <vt:lpwstr>906aefe9-76a7-4f65-b82d-5ec20775d5aa</vt:lpwstr>
  </property>
  <property fmtid="{D5CDD505-2E9C-101B-9397-08002B2CF9AE}" pid="7" name="MSIP_Label_7ec73f6c-70eb-4b84-9ffa-39fe698bd292_ActionId">
    <vt:lpwstr>d3c66a1c-7fb5-45f5-aebd-ee44904cd200</vt:lpwstr>
  </property>
  <property fmtid="{D5CDD505-2E9C-101B-9397-08002B2CF9AE}" pid="8" name="MSIP_Label_7ec73f6c-70eb-4b84-9ffa-39fe698bd292_ContentBits">
    <vt:lpwstr>0</vt:lpwstr>
  </property>
  <property fmtid="{D5CDD505-2E9C-101B-9397-08002B2CF9AE}" pid="9" name="MSIP_Label_7ec73f6c-70eb-4b84-9ffa-39fe698bd292_Tag">
    <vt:lpwstr>10, 0, 1, 1</vt:lpwstr>
  </property>
</Properties>
</file>